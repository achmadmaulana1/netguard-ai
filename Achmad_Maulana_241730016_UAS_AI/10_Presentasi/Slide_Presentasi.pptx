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NetGuard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Predictive Network Failure and Anomaly Monitoring
Achmad Maulana - 241730016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Network Security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CICIDS2017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Monitoring jaringan kampus/lab sering masih manual, sedangkan trafik abnormal dapat muncul cepat dan sulit dibaca dari log mentah.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Low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Praktis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Reproducible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Banyak penelitian IDS kuat pada metrik, tetapi belum selalu menyediakan dashboard edukatif, risk score, rekomendasi tindakan, dan paket artefak yang mudah direplikasi mahasiswa.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Novelty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Integrasi deteksi anomali machine learning dengan dashboard monitoring ringan, klasifikasi risiko otomatis, dan rekomendasi tindakan untuk administrator pemula.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Risk Action</a:t>
            </a:r>
          </a:p>
        </p:txBody>
      </p:sp>
      <p:pic>
        <p:nvPicPr>
          <p:cNvPr id="11" name="Picture 10" descr="research_pipelin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CICIDS2017 Friday Afternoon DDoS subset representatif.
Processed records: 19.935
Normal: 9.935
Anomaly: 10.000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Public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Binary Class</a:t>
            </a:r>
          </a:p>
        </p:txBody>
      </p:sp>
      <p:pic>
        <p:nvPicPr>
          <p:cNvPr id="11" name="Picture 10" descr="dataset_distribu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Normalize columns -&gt; label encoding -&gt; numeric features -&gt; handle infinity/missing values -&gt; median imputation -&gt; remove duplicates -&gt; export processed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Baseline: Logistic Regression
Proposed practical model: Decision Tree / Random Forest comparison
Selection: F1-score, Recall,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DT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RF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Hasil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Best model: Decision Tree
Accuracy: 0.9992
Precision: 0.9995
Recall: 0.9990
F1-score: 0.9992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Best Model</a:t>
            </a:r>
          </a:p>
        </p:txBody>
      </p:sp>
      <p:pic>
        <p:nvPicPr>
          <p:cNvPr id="9" name="Picture 8" descr="model_comparis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Kesalahan klasifikasi sangat rendah pada data uji. Fokus evaluasi tetap pada false negative karena anomaly yang lolos deteksi berisiko terhadap layanan.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Evaluation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Dashboard menampilkan total record, normal traffic, anomaly traffic, model accuracy, risk score, risk level, recommended action, comparison chart, dan confusion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Flask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Chart.js</a:t>
            </a:r>
          </a:p>
        </p:txBody>
      </p:sp>
      <p:pic>
        <p:nvPicPr>
          <p:cNvPr id="11" name="Picture 10" descr="netguard_activit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Risk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Low: anomaly ratio &lt; 10%
Medium: 10% sampai &lt; 30%
High: &gt;= 30%
Pada batch eksperimen, risk level masuk High.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Operational</a:t>
            </a:r>
          </a:p>
        </p:txBody>
      </p:sp>
      <p:pic>
        <p:nvPicPr>
          <p:cNvPr id="9" name="Picture 8" descr="risk_score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Mode sederhana: Flask lokal untuk demo dan VPS/Render/Railway untuk akses online. Domain dapat diarahkan melalui Cloudflare DNS ke server agar laptop tidak perlu menyala.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Domain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Server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Keterbatasan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Masih memakai subset DDoS, belum cross-dataset, belum tuning sistematis, dan belum diuji pada trafik lokal kampus dengan izin etik.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Limitation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34340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etguard_ai_modern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0040" y="320040"/>
            <a:ext cx="11567160" cy="6217920"/>
          </a:xfrm>
          <a:prstGeom prst="roundRect">
            <a:avLst/>
          </a:prstGeom>
          <a:solidFill>
            <a:srgbClr val="FFFFFF"/>
          </a:solidFill>
          <a:ln>
            <a:solidFill>
              <a:srgbClr val="EBF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640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02920"/>
            <a:ext cx="87782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Times New Roman"/>
              </a:rPr>
              <a:t>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669280" cy="3337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NetGuard AI memenuhi siklus penelitian: literature mapping, gap, novelty, implementasi AI, eksperimen, dashboard, artefak, dan draft IEEE.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166360"/>
            <a:ext cx="132588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5239512"/>
            <a:ext cx="11064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Ready for Defense</a:t>
            </a:r>
          </a:p>
        </p:txBody>
      </p:sp>
      <p:sp>
        <p:nvSpPr>
          <p:cNvPr id="9" name="Oval 8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EA5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26679" y="2560320"/>
            <a:ext cx="1097280" cy="1097280"/>
          </a:xfrm>
          <a:prstGeom prst="ellipse">
            <a:avLst/>
          </a:prstGeom>
          <a:solidFill>
            <a:srgbClr val="22C5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0" y="1828800"/>
            <a:ext cx="1097280" cy="1097280"/>
          </a:xfrm>
          <a:prstGeom prst="ellipse">
            <a:avLst/>
          </a:prstGeom>
          <a:solidFill>
            <a:srgbClr val="A855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5400" y="2560320"/>
            <a:ext cx="1097280" cy="1097280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6263640"/>
            <a:ext cx="31089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Times New Roman"/>
              </a:rPr>
              <a:t>NetGuard AI - UAS Artificial Intelligence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NetGuard AI: Predictive Network Failure and Anomaly Monitoring</dc:title>
  <dc:subject/>
  <dc:creator>Achmad Maulana</dc:creator>
  <cp:keywords/>
  <dc:description/>
  <cp:lastModifiedBy>Achmad Maulana</cp:lastModifiedBy>
  <cp:revision>1</cp:revision>
  <dcterms:created xsi:type="dcterms:W3CDTF">2013-01-27T09:14:16Z</dcterms:created>
  <dcterms:modified xsi:type="dcterms:W3CDTF">2013-01-27T09:15:58Z</dcterms:modified>
  <cp:category/>
</cp:coreProperties>
</file>