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NetGuard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EBF2FF"/>
                </a:solidFill>
              </a:defRPr>
            </a:pPr>
            <a:r>
              <a:t>Predictive Network Failure &amp; Anomaly Monitoring</a:t>
            </a:r>
          </a:p>
          <a:p>
            <a:pPr>
              <a:spcAft>
                <a:spcPts val="700"/>
              </a:spcAft>
              <a:defRPr sz="2200">
                <a:solidFill>
                  <a:srgbClr val="EBF2FF"/>
                </a:solidFill>
              </a:defRPr>
            </a:pPr>
            <a:r>
              <a:t>Achmad Maulana</a:t>
            </a:r>
          </a:p>
          <a:p>
            <a:pPr>
              <a:spcAft>
                <a:spcPts val="700"/>
              </a:spcAft>
              <a:defRPr sz="2200">
                <a:solidFill>
                  <a:srgbClr val="EBF2FF"/>
                </a:solidFill>
              </a:defRPr>
            </a:pPr>
            <a:r>
              <a:t>241730016</a:t>
            </a:r>
          </a:p>
          <a:p>
            <a:pPr>
              <a:spcAft>
                <a:spcPts val="700"/>
              </a:spcAft>
              <a:defRPr sz="2200">
                <a:solidFill>
                  <a:srgbClr val="EBF2FF"/>
                </a:solidFill>
              </a:defRPr>
            </a:pPr>
            <a:r>
              <a:t>Universitas Islam Negeri Sultan Maulana Hasanuddin Banten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00400" cy="502920"/>
          </a:xfrm>
          <a:prstGeom prst="roundRect">
            <a:avLst/>
          </a:prstGeom>
          <a:solidFill>
            <a:srgbClr val="1E90FF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AI + Cyber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331720"/>
            <a:ext cx="3200400" cy="502920"/>
          </a:xfrm>
          <a:prstGeom prst="roundRect">
            <a:avLst/>
          </a:prstGeom>
          <a:solidFill>
            <a:srgbClr val="2ECC71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CICIDS2017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017520"/>
            <a:ext cx="32004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Flask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Gangguan jaringan sering diketahui setelah layanan turun.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Monitoring tradisional belum menerjemahkan data menjadi risiko.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Admin pemula butuh dashboard yang mudah dipahami.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Banyak studi IDS berhenti di akurasi model.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Risiko faulty use CICIDS2017 masih perlu diantisipasi.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Deployment edukatif dan rekomendasi tindakan masih jarang dibahas.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Main novelty: ML anomaly detection + lightweight educational dashboard.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Secondary novelty: automated risk level + actionable recommendations.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Konteks: sekolah, kampus, lab, dan UMKM low-budget.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Research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RM1: Dashboard-based ML anomaly detection.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RM2: Baseline Logistic Regression/Decision Tree vs Random Forest.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Dataset utama: CICIDS2017-style traffic flow CSV.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42316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23160" cy="685800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23160" cy="685800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Feature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645920"/>
            <a:ext cx="2423160" cy="685800"/>
          </a:xfrm>
          <a:prstGeom prst="roundRect">
            <a:avLst/>
          </a:prstGeom>
          <a:solidFill>
            <a:srgbClr val="FACC15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2423160" cy="685800"/>
          </a:xfrm>
          <a:prstGeom prst="roundRect">
            <a:avLst/>
          </a:prstGeom>
          <a:solidFill>
            <a:srgbClr val="F9731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880360"/>
            <a:ext cx="2423160" cy="685800"/>
          </a:xfrm>
          <a:prstGeom prst="roundRect">
            <a:avLst/>
          </a:prstGeom>
          <a:solidFill>
            <a:srgbClr val="EC4899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80360"/>
            <a:ext cx="2423160" cy="685800"/>
          </a:xfrm>
          <a:prstGeom prst="roundRect">
            <a:avLst/>
          </a:prstGeom>
          <a:solidFill>
            <a:srgbClr val="8B5CF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BF2FF"/>
                </a:solidFill>
              </a:defRPr>
            </a:pPr>
            <a:r>
              <a:t>Narasi: pipeline ini menunjukkan bahwa proyek memiliki implementasi penuh, bukan hanya rangkuman jurnal.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Split 80:20, random_state 42.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Metrics: Accuracy, Precision, Recall, F1-score, Confusion Matrix.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Best model rule: F1-score, Recall,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Current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Sample CSV only validates pipeline.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All models show 1.0000 because sample is tiny and simple.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Final research must use real CICIDS2017 subset.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Dashboard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Cards: total, normal, anomaly, accuracy.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Charts: model comparison and confusion matrix.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Pages: upload, train, predict,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657600"/>
            <a:ext cx="2468880" cy="1975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Deployment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Frontend future: Next.js + Tailwind + Framer Motion.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Backend current: Flask API; scalable future: NestJS/PostgreSQL.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Deploy: Vercel + Railway/Render + GitHub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Defense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This is not only a literature review.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It includes working preprocessing, training, evaluation, prediction, dashboard, and artifacts.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Scientific strength depends on final real CICIDS2017 experiment.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3D4EB"/>
                </a:solidFill>
              </a:defRPr>
            </a:pPr>
            <a:r>
              <a:t>NetGuard AI UAS Artificial Intelligence Defense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NetGuard AI is a low-budget AI cyber-security prototype.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It is suitable for UAS, final project, and thesis development.</a:t>
            </a:r>
          </a:p>
          <a:p>
            <a:pPr>
              <a:spcAft>
                <a:spcPts val="700"/>
              </a:spcAft>
              <a:defRPr sz="1800">
                <a:solidFill>
                  <a:srgbClr val="EBF2FF"/>
                </a:solidFill>
              </a:defRPr>
            </a:pPr>
            <a:r>
              <a:t>Next: real dataset, tuning, cross-validation, feature importance.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291840" cy="566928"/>
          </a:xfrm>
          <a:prstGeom prst="roundRect">
            <a:avLst/>
          </a:prstGeom>
          <a:solidFill>
            <a:srgbClr val="2563EB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Research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48840"/>
            <a:ext cx="329184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Reproducible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880360"/>
            <a:ext cx="3291840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465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Low-Budget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9D2"/>
                </a:solidFill>
              </a:defRPr>
            </a:pPr>
            <a:r>
              <a:t>Achmad Maulana | 241730016 | NetGuard AI |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NetGuard AI UAS Defense</dc:title>
  <dc:subject>AI-based Network Anomaly Detection</dc:subject>
  <dc:creator>Achmad Maulana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